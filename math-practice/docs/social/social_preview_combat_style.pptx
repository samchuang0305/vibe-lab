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9" r:id="rId3"/>
    <p:sldId id="258" r:id="rId4"/>
  </p:sldIdLst>
  <p:sldSz cx="11430000" cy="600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9" userDrawn="1">
          <p15:clr>
            <a:srgbClr val="A4A3A4"/>
          </p15:clr>
        </p15:guide>
        <p15:guide id="3" pos="6911" userDrawn="1">
          <p15:clr>
            <a:srgbClr val="A4A3A4"/>
          </p15:clr>
        </p15:guide>
        <p15:guide id="4" orient="horz" pos="370" userDrawn="1">
          <p15:clr>
            <a:srgbClr val="A4A3A4"/>
          </p15:clr>
        </p15:guide>
        <p15:guide id="5" orient="horz" pos="34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8F0"/>
    <a:srgbClr val="F8FAFC"/>
    <a:srgbClr val="1D4ED8"/>
    <a:srgbClr val="0E7490"/>
    <a:srgbClr val="0B3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72" y="318"/>
      </p:cViewPr>
      <p:guideLst>
        <p:guide pos="379"/>
        <p:guide pos="6911"/>
        <p:guide orient="horz" pos="370"/>
        <p:guide orient="horz" pos="34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576001" cy="576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AF205-CE78-4267-8664-7D2C3BD3B637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1143000"/>
            <a:ext cx="5876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BDA3E-6826-4241-957B-2DAC5EBA8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29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1pPr>
    <a:lvl2pPr marL="418338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2pPr>
    <a:lvl3pPr marL="836676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3pPr>
    <a:lvl4pPr marL="1255014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4pPr>
    <a:lvl5pPr marL="1673352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5pPr>
    <a:lvl6pPr marL="2091690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6pPr>
    <a:lvl7pPr marL="2510028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7pPr>
    <a:lvl8pPr marL="2928366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8pPr>
    <a:lvl9pPr marL="3346704" algn="l" defTabSz="836676" rtl="0" eaLnBrk="1" latinLnBrk="0" hangingPunct="1">
      <a:defRPr sz="10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AD64-137A-2219-A8D6-9624BAE3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B6556A-2695-6CA8-A229-67C2D0AE6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0E076F-1398-C466-68AE-639055F74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9E0F14-33C1-2742-DCC6-99AE528BB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DA3E-6826-4241-957B-2DAC5EBA8E2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8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5790-F9E7-7B72-FD7A-BA1612CF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27997B-5FDB-32D0-35F1-9E92CE55D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B830E6-664A-1AC0-9B8E-9586D161D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859A96-31A8-B7FD-B6AA-A95C1EA87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DA3E-6826-4241-957B-2DAC5EBA8E2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98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C4A5-7334-E2C4-9DF3-19555D39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9ECDFF8-4A50-CFB5-FEEE-170BA9CAD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EEF51C2-0393-A1BF-DD48-9FFC32613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80560B-C812-88D0-57EE-D65166068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DA3E-6826-4241-957B-2DAC5EBA8E2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666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982068"/>
            <a:ext cx="8572500" cy="2089150"/>
          </a:xfrm>
        </p:spPr>
        <p:txBody>
          <a:bodyPr anchor="b"/>
          <a:lstStyle>
            <a:lvl1pPr algn="ctr">
              <a:defRPr sz="52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3151783"/>
            <a:ext cx="8572500" cy="1448792"/>
          </a:xfrm>
        </p:spPr>
        <p:txBody>
          <a:bodyPr/>
          <a:lstStyle>
            <a:lvl1pPr marL="0" indent="0" algn="ctr">
              <a:buNone/>
              <a:defRPr sz="2100"/>
            </a:lvl1pPr>
            <a:lvl2pPr marL="400050" indent="0" algn="ctr">
              <a:buNone/>
              <a:defRPr sz="1750"/>
            </a:lvl2pPr>
            <a:lvl3pPr marL="800100" indent="0" algn="ctr">
              <a:buNone/>
              <a:defRPr sz="1575"/>
            </a:lvl3pPr>
            <a:lvl4pPr marL="1200150" indent="0" algn="ctr">
              <a:buNone/>
              <a:defRPr sz="1400"/>
            </a:lvl4pPr>
            <a:lvl5pPr marL="1600200" indent="0" algn="ctr">
              <a:buNone/>
              <a:defRPr sz="1400"/>
            </a:lvl5pPr>
            <a:lvl6pPr marL="2000250" indent="0" algn="ctr">
              <a:buNone/>
              <a:defRPr sz="1400"/>
            </a:lvl6pPr>
            <a:lvl7pPr marL="2400300" indent="0" algn="ctr">
              <a:buNone/>
              <a:defRPr sz="1400"/>
            </a:lvl7pPr>
            <a:lvl8pPr marL="2800350" indent="0" algn="ctr">
              <a:buNone/>
              <a:defRPr sz="1400"/>
            </a:lvl8pPr>
            <a:lvl9pPr marL="3200400" indent="0" algn="ctr">
              <a:buNone/>
              <a:defRPr sz="14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34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01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496021"/>
            <a:ext cx="9858375" cy="2496145"/>
          </a:xfrm>
        </p:spPr>
        <p:txBody>
          <a:bodyPr anchor="b"/>
          <a:lstStyle>
            <a:lvl1pPr>
              <a:defRPr sz="52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4015780"/>
            <a:ext cx="9858375" cy="1312664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1pPr>
            <a:lvl2pPr marL="400050" indent="0">
              <a:buNone/>
              <a:defRPr sz="1750">
                <a:solidFill>
                  <a:schemeClr val="tx1">
                    <a:tint val="82000"/>
                  </a:schemeClr>
                </a:solidFill>
              </a:defRPr>
            </a:lvl2pPr>
            <a:lvl3pPr marL="80010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3pPr>
            <a:lvl4pPr marL="120015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4pPr>
            <a:lvl5pPr marL="160020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5pPr>
            <a:lvl6pPr marL="200025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6pPr>
            <a:lvl7pPr marL="240030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7pPr>
            <a:lvl8pPr marL="280035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8pPr>
            <a:lvl9pPr marL="320040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04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597422"/>
            <a:ext cx="4857750" cy="38074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597422"/>
            <a:ext cx="4857750" cy="38074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77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319485"/>
            <a:ext cx="9858375" cy="115986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471018"/>
            <a:ext cx="4835425" cy="72092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050" indent="0">
              <a:buNone/>
              <a:defRPr sz="1750" b="1"/>
            </a:lvl2pPr>
            <a:lvl3pPr marL="800100" indent="0">
              <a:buNone/>
              <a:defRPr sz="1575" b="1"/>
            </a:lvl3pPr>
            <a:lvl4pPr marL="1200150" indent="0">
              <a:buNone/>
              <a:defRPr sz="1400" b="1"/>
            </a:lvl4pPr>
            <a:lvl5pPr marL="1600200" indent="0">
              <a:buNone/>
              <a:defRPr sz="1400" b="1"/>
            </a:lvl5pPr>
            <a:lvl6pPr marL="2000250" indent="0">
              <a:buNone/>
              <a:defRPr sz="1400" b="1"/>
            </a:lvl6pPr>
            <a:lvl7pPr marL="2400300" indent="0">
              <a:buNone/>
              <a:defRPr sz="1400" b="1"/>
            </a:lvl7pPr>
            <a:lvl8pPr marL="2800350" indent="0">
              <a:buNone/>
              <a:defRPr sz="1400" b="1"/>
            </a:lvl8pPr>
            <a:lvl9pPr marL="3200400" indent="0">
              <a:buNone/>
              <a:defRPr sz="1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2191940"/>
            <a:ext cx="4835425" cy="322401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471018"/>
            <a:ext cx="4859239" cy="72092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050" indent="0">
              <a:buNone/>
              <a:defRPr sz="1750" b="1"/>
            </a:lvl2pPr>
            <a:lvl3pPr marL="800100" indent="0">
              <a:buNone/>
              <a:defRPr sz="1575" b="1"/>
            </a:lvl3pPr>
            <a:lvl4pPr marL="1200150" indent="0">
              <a:buNone/>
              <a:defRPr sz="1400" b="1"/>
            </a:lvl4pPr>
            <a:lvl5pPr marL="1600200" indent="0">
              <a:buNone/>
              <a:defRPr sz="1400" b="1"/>
            </a:lvl5pPr>
            <a:lvl6pPr marL="2000250" indent="0">
              <a:buNone/>
              <a:defRPr sz="1400" b="1"/>
            </a:lvl6pPr>
            <a:lvl7pPr marL="2400300" indent="0">
              <a:buNone/>
              <a:defRPr sz="1400" b="1"/>
            </a:lvl7pPr>
            <a:lvl8pPr marL="2800350" indent="0">
              <a:buNone/>
              <a:defRPr sz="1400" b="1"/>
            </a:lvl8pPr>
            <a:lvl9pPr marL="3200400" indent="0">
              <a:buNone/>
              <a:defRPr sz="1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2191940"/>
            <a:ext cx="4859239" cy="322401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3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460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12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400050"/>
            <a:ext cx="3686472" cy="140017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863997"/>
            <a:ext cx="5786438" cy="4264422"/>
          </a:xfrm>
        </p:spPr>
        <p:txBody>
          <a:bodyPr/>
          <a:lstStyle>
            <a:lvl1pPr>
              <a:defRPr sz="2800"/>
            </a:lvl1pPr>
            <a:lvl2pPr>
              <a:defRPr sz="2450"/>
            </a:lvl2pPr>
            <a:lvl3pPr>
              <a:defRPr sz="2100"/>
            </a:lvl3pPr>
            <a:lvl4pPr>
              <a:defRPr sz="1750"/>
            </a:lvl4pPr>
            <a:lvl5pPr>
              <a:defRPr sz="1750"/>
            </a:lvl5pPr>
            <a:lvl6pPr>
              <a:defRPr sz="1750"/>
            </a:lvl6pPr>
            <a:lvl7pPr>
              <a:defRPr sz="1750"/>
            </a:lvl7pPr>
            <a:lvl8pPr>
              <a:defRPr sz="1750"/>
            </a:lvl8pPr>
            <a:lvl9pPr>
              <a:defRPr sz="17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800225"/>
            <a:ext cx="3686472" cy="3335140"/>
          </a:xfrm>
        </p:spPr>
        <p:txBody>
          <a:bodyPr/>
          <a:lstStyle>
            <a:lvl1pPr marL="0" indent="0">
              <a:buNone/>
              <a:defRPr sz="1400"/>
            </a:lvl1pPr>
            <a:lvl2pPr marL="400050" indent="0">
              <a:buNone/>
              <a:defRPr sz="1225"/>
            </a:lvl2pPr>
            <a:lvl3pPr marL="800100" indent="0">
              <a:buNone/>
              <a:defRPr sz="1050"/>
            </a:lvl3pPr>
            <a:lvl4pPr marL="1200150" indent="0">
              <a:buNone/>
              <a:defRPr sz="875"/>
            </a:lvl4pPr>
            <a:lvl5pPr marL="1600200" indent="0">
              <a:buNone/>
              <a:defRPr sz="875"/>
            </a:lvl5pPr>
            <a:lvl6pPr marL="2000250" indent="0">
              <a:buNone/>
              <a:defRPr sz="875"/>
            </a:lvl6pPr>
            <a:lvl7pPr marL="2400300" indent="0">
              <a:buNone/>
              <a:defRPr sz="875"/>
            </a:lvl7pPr>
            <a:lvl8pPr marL="2800350" indent="0">
              <a:buNone/>
              <a:defRPr sz="875"/>
            </a:lvl8pPr>
            <a:lvl9pPr marL="3200400" indent="0">
              <a:buNone/>
              <a:defRPr sz="8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3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400050"/>
            <a:ext cx="3686472" cy="140017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863997"/>
            <a:ext cx="5786438" cy="4264422"/>
          </a:xfrm>
        </p:spPr>
        <p:txBody>
          <a:bodyPr anchor="t"/>
          <a:lstStyle>
            <a:lvl1pPr marL="0" indent="0">
              <a:buNone/>
              <a:defRPr sz="2800"/>
            </a:lvl1pPr>
            <a:lvl2pPr marL="400050" indent="0">
              <a:buNone/>
              <a:defRPr sz="2450"/>
            </a:lvl2pPr>
            <a:lvl3pPr marL="800100" indent="0">
              <a:buNone/>
              <a:defRPr sz="2100"/>
            </a:lvl3pPr>
            <a:lvl4pPr marL="1200150" indent="0">
              <a:buNone/>
              <a:defRPr sz="1750"/>
            </a:lvl4pPr>
            <a:lvl5pPr marL="1600200" indent="0">
              <a:buNone/>
              <a:defRPr sz="1750"/>
            </a:lvl5pPr>
            <a:lvl6pPr marL="2000250" indent="0">
              <a:buNone/>
              <a:defRPr sz="1750"/>
            </a:lvl6pPr>
            <a:lvl7pPr marL="2400300" indent="0">
              <a:buNone/>
              <a:defRPr sz="1750"/>
            </a:lvl7pPr>
            <a:lvl8pPr marL="2800350" indent="0">
              <a:buNone/>
              <a:defRPr sz="1750"/>
            </a:lvl8pPr>
            <a:lvl9pPr marL="3200400" indent="0">
              <a:buNone/>
              <a:defRPr sz="17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800225"/>
            <a:ext cx="3686472" cy="3335140"/>
          </a:xfrm>
        </p:spPr>
        <p:txBody>
          <a:bodyPr/>
          <a:lstStyle>
            <a:lvl1pPr marL="0" indent="0">
              <a:buNone/>
              <a:defRPr sz="1400"/>
            </a:lvl1pPr>
            <a:lvl2pPr marL="400050" indent="0">
              <a:buNone/>
              <a:defRPr sz="1225"/>
            </a:lvl2pPr>
            <a:lvl3pPr marL="800100" indent="0">
              <a:buNone/>
              <a:defRPr sz="1050"/>
            </a:lvl3pPr>
            <a:lvl4pPr marL="1200150" indent="0">
              <a:buNone/>
              <a:defRPr sz="875"/>
            </a:lvl4pPr>
            <a:lvl5pPr marL="1600200" indent="0">
              <a:buNone/>
              <a:defRPr sz="875"/>
            </a:lvl5pPr>
            <a:lvl6pPr marL="2000250" indent="0">
              <a:buNone/>
              <a:defRPr sz="875"/>
            </a:lvl6pPr>
            <a:lvl7pPr marL="2400300" indent="0">
              <a:buNone/>
              <a:defRPr sz="875"/>
            </a:lvl7pPr>
            <a:lvl8pPr marL="2800350" indent="0">
              <a:buNone/>
              <a:defRPr sz="875"/>
            </a:lvl8pPr>
            <a:lvl9pPr marL="3200400" indent="0">
              <a:buNone/>
              <a:defRPr sz="8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807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666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319485"/>
            <a:ext cx="2464594" cy="508535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319485"/>
            <a:ext cx="7250906" cy="508535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50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319485"/>
            <a:ext cx="9858375" cy="1159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597422"/>
            <a:ext cx="9858375" cy="3807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5561807"/>
            <a:ext cx="2571750" cy="319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253DC-669B-41BC-84D9-7F457E7088E2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5561807"/>
            <a:ext cx="3857625" cy="319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5561807"/>
            <a:ext cx="2571750" cy="319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56EDB-E33D-47E3-988E-045570408C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5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00100" rtl="0" eaLnBrk="1" latinLnBrk="0" hangingPunct="1">
        <a:lnSpc>
          <a:spcPct val="90000"/>
        </a:lnSpc>
        <a:spcBef>
          <a:spcPct val="0"/>
        </a:spcBef>
        <a:buNone/>
        <a:defRPr sz="3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800100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0012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40017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80022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20027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2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25" indent="-200025" algn="l" defTabSz="8001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3A8F"/>
            </a:gs>
            <a:gs pos="100000">
              <a:srgbClr val="0E7490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C2C1F-63CB-13F4-01F3-B5BBF2C4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E5DD75EF-7AD2-886D-DE03-77AB6E300F9A}"/>
              </a:ext>
            </a:extLst>
          </p:cNvPr>
          <p:cNvSpPr txBox="1"/>
          <p:nvPr/>
        </p:nvSpPr>
        <p:spPr>
          <a:xfrm>
            <a:off x="1057692" y="816882"/>
            <a:ext cx="4425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200" b="1" dirty="0">
                <a:solidFill>
                  <a:srgbClr val="F8FAFC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算你厲害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9037C32-9022-3FB6-271C-5D6D627A50B8}"/>
              </a:ext>
            </a:extLst>
          </p:cNvPr>
          <p:cNvSpPr txBox="1"/>
          <p:nvPr/>
        </p:nvSpPr>
        <p:spPr>
          <a:xfrm>
            <a:off x="1076546" y="2174044"/>
            <a:ext cx="6836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rgbClr val="E2E8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國小數學四則運算訓練平台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49ABF2D-2A7C-A1C8-B6BB-EBB3BF89E9B9}"/>
              </a:ext>
            </a:extLst>
          </p:cNvPr>
          <p:cNvGrpSpPr/>
          <p:nvPr/>
        </p:nvGrpSpPr>
        <p:grpSpPr>
          <a:xfrm>
            <a:off x="1057692" y="4189273"/>
            <a:ext cx="5963915" cy="593112"/>
            <a:chOff x="1507776" y="2696068"/>
            <a:chExt cx="4597311" cy="457203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9969FF1C-2743-B6F0-86EC-37F7308F34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07776" y="2696068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自訂難度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7E38BC3-1537-E0B1-A4E8-39AC0DF4B6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00099" y="2696068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限時挑戰</a:t>
              </a: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F15B62A6-941D-D439-BA39-7962715B85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2421" y="2696071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學習建議</a:t>
              </a:r>
              <a:endParaRPr lang="en-US" altLang="zh-TW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40E75C8-CE0D-FE8B-001E-AC878D620AF2}"/>
              </a:ext>
            </a:extLst>
          </p:cNvPr>
          <p:cNvSpPr txBox="1"/>
          <p:nvPr/>
        </p:nvSpPr>
        <p:spPr>
          <a:xfrm>
            <a:off x="1076546" y="3066364"/>
            <a:ext cx="6179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E2E8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支援手機、平板、電腦，免費練習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34FF27B-D1F7-242D-458D-4CC34449D135}"/>
              </a:ext>
            </a:extLst>
          </p:cNvPr>
          <p:cNvSpPr/>
          <p:nvPr/>
        </p:nvSpPr>
        <p:spPr>
          <a:xfrm rot="847998">
            <a:off x="7656456" y="1089655"/>
            <a:ext cx="2709825" cy="4687756"/>
          </a:xfrm>
          <a:custGeom>
            <a:avLst/>
            <a:gdLst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449426 w 2696505"/>
              <a:gd name="csY6" fmla="*/ 3141805 h 3141805"/>
              <a:gd name="csX7" fmla="*/ 0 w 2696505"/>
              <a:gd name="csY7" fmla="*/ 2692379 h 3141805"/>
              <a:gd name="csX8" fmla="*/ 0 w 2696505"/>
              <a:gd name="csY8" fmla="*/ 449426 h 3141805"/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0 w 2696505"/>
              <a:gd name="csY6" fmla="*/ 2692379 h 3141805"/>
              <a:gd name="csX7" fmla="*/ 0 w 2696505"/>
              <a:gd name="csY7" fmla="*/ 449426 h 3141805"/>
              <a:gd name="csX0" fmla="*/ 0 w 2696505"/>
              <a:gd name="csY0" fmla="*/ 449426 h 2972747"/>
              <a:gd name="csX1" fmla="*/ 449426 w 2696505"/>
              <a:gd name="csY1" fmla="*/ 0 h 2972747"/>
              <a:gd name="csX2" fmla="*/ 2247079 w 2696505"/>
              <a:gd name="csY2" fmla="*/ 0 h 2972747"/>
              <a:gd name="csX3" fmla="*/ 2696505 w 2696505"/>
              <a:gd name="csY3" fmla="*/ 449426 h 2972747"/>
              <a:gd name="csX4" fmla="*/ 2696505 w 2696505"/>
              <a:gd name="csY4" fmla="*/ 2692379 h 2972747"/>
              <a:gd name="csX5" fmla="*/ 0 w 2696505"/>
              <a:gd name="csY5" fmla="*/ 2692379 h 2972747"/>
              <a:gd name="csX6" fmla="*/ 0 w 2696505"/>
              <a:gd name="csY6" fmla="*/ 449426 h 2972747"/>
              <a:gd name="csX0" fmla="*/ 0 w 2696505"/>
              <a:gd name="csY0" fmla="*/ 449426 h 2858994"/>
              <a:gd name="csX1" fmla="*/ 449426 w 2696505"/>
              <a:gd name="csY1" fmla="*/ 0 h 2858994"/>
              <a:gd name="csX2" fmla="*/ 2247079 w 2696505"/>
              <a:gd name="csY2" fmla="*/ 0 h 2858994"/>
              <a:gd name="csX3" fmla="*/ 2696505 w 2696505"/>
              <a:gd name="csY3" fmla="*/ 449426 h 2858994"/>
              <a:gd name="csX4" fmla="*/ 2696505 w 2696505"/>
              <a:gd name="csY4" fmla="*/ 2692379 h 2858994"/>
              <a:gd name="csX5" fmla="*/ 0 w 2696505"/>
              <a:gd name="csY5" fmla="*/ 2692379 h 2858994"/>
              <a:gd name="csX6" fmla="*/ 0 w 2696505"/>
              <a:gd name="csY6" fmla="*/ 449426 h 2858994"/>
              <a:gd name="csX0" fmla="*/ 0 w 2696505"/>
              <a:gd name="csY0" fmla="*/ 449426 h 2692379"/>
              <a:gd name="csX1" fmla="*/ 449426 w 2696505"/>
              <a:gd name="csY1" fmla="*/ 0 h 2692379"/>
              <a:gd name="csX2" fmla="*/ 2247079 w 2696505"/>
              <a:gd name="csY2" fmla="*/ 0 h 2692379"/>
              <a:gd name="csX3" fmla="*/ 2696505 w 2696505"/>
              <a:gd name="csY3" fmla="*/ 449426 h 2692379"/>
              <a:gd name="csX4" fmla="*/ 2696505 w 2696505"/>
              <a:gd name="csY4" fmla="*/ 2692379 h 2692379"/>
              <a:gd name="csX5" fmla="*/ 0 w 2696505"/>
              <a:gd name="csY5" fmla="*/ 2692379 h 2692379"/>
              <a:gd name="csX6" fmla="*/ 0 w 2696505"/>
              <a:gd name="csY6" fmla="*/ 449426 h 2692379"/>
              <a:gd name="csX0" fmla="*/ 6236 w 2702741"/>
              <a:gd name="csY0" fmla="*/ 449426 h 3283941"/>
              <a:gd name="csX1" fmla="*/ 455662 w 2702741"/>
              <a:gd name="csY1" fmla="*/ 0 h 3283941"/>
              <a:gd name="csX2" fmla="*/ 2253315 w 2702741"/>
              <a:gd name="csY2" fmla="*/ 0 h 3283941"/>
              <a:gd name="csX3" fmla="*/ 2702741 w 2702741"/>
              <a:gd name="csY3" fmla="*/ 449426 h 3283941"/>
              <a:gd name="csX4" fmla="*/ 2702741 w 2702741"/>
              <a:gd name="csY4" fmla="*/ 2692379 h 3283941"/>
              <a:gd name="csX5" fmla="*/ 0 w 2702741"/>
              <a:gd name="csY5" fmla="*/ 3283941 h 3283941"/>
              <a:gd name="csX6" fmla="*/ 6236 w 2702741"/>
              <a:gd name="csY6" fmla="*/ 449426 h 3283941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5208 w 2705208"/>
              <a:gd name="csY4" fmla="*/ 2692379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1413 w 2705208"/>
              <a:gd name="csY4" fmla="*/ 3449197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697426 w 2705208"/>
              <a:gd name="csY4" fmla="*/ 3435525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9305 w 2707087"/>
              <a:gd name="csY4" fmla="*/ 3435525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1331 w 2707087"/>
              <a:gd name="csY4" fmla="*/ 3453089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4069 w 2709825"/>
              <a:gd name="csY4" fmla="*/ 3453089 h 4047450"/>
              <a:gd name="csX5" fmla="*/ 0 w 2709825"/>
              <a:gd name="csY5" fmla="*/ 4047450 h 4047450"/>
              <a:gd name="csX6" fmla="*/ 13320 w 2709825"/>
              <a:gd name="csY6" fmla="*/ 449426 h 4047450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6860 w 2709825"/>
              <a:gd name="csY4" fmla="*/ 3462659 h 4047450"/>
              <a:gd name="csX5" fmla="*/ 0 w 2709825"/>
              <a:gd name="csY5" fmla="*/ 4047450 h 4047450"/>
              <a:gd name="csX6" fmla="*/ 13320 w 2709825"/>
              <a:gd name="csY6" fmla="*/ 449426 h 4047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09825" h="4047450">
                <a:moveTo>
                  <a:pt x="13320" y="449426"/>
                </a:moveTo>
                <a:cubicBezTo>
                  <a:pt x="13320" y="201215"/>
                  <a:pt x="214535" y="0"/>
                  <a:pt x="462746" y="0"/>
                </a:cubicBezTo>
                <a:lnTo>
                  <a:pt x="2260399" y="0"/>
                </a:lnTo>
                <a:cubicBezTo>
                  <a:pt x="2508610" y="0"/>
                  <a:pt x="2709825" y="201215"/>
                  <a:pt x="2709825" y="449426"/>
                </a:cubicBezTo>
                <a:cubicBezTo>
                  <a:pt x="2705503" y="1453837"/>
                  <a:pt x="2701182" y="2458248"/>
                  <a:pt x="2696860" y="3462659"/>
                </a:cubicBezTo>
                <a:lnTo>
                  <a:pt x="0" y="4047450"/>
                </a:lnTo>
                <a:cubicBezTo>
                  <a:pt x="2079" y="3102612"/>
                  <a:pt x="11241" y="1394264"/>
                  <a:pt x="13320" y="44942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: 圓角 12">
            <a:extLst>
              <a:ext uri="{FF2B5EF4-FFF2-40B4-BE49-F238E27FC236}">
                <a16:creationId xmlns:a16="http://schemas.microsoft.com/office/drawing/2014/main" id="{A185CD5A-822C-3EA3-BEAF-359B5C12E7F5}"/>
              </a:ext>
            </a:extLst>
          </p:cNvPr>
          <p:cNvSpPr/>
          <p:nvPr/>
        </p:nvSpPr>
        <p:spPr>
          <a:xfrm rot="847998">
            <a:off x="7693130" y="1114093"/>
            <a:ext cx="2646000" cy="4626000"/>
          </a:xfrm>
          <a:custGeom>
            <a:avLst/>
            <a:gdLst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449426 w 2696505"/>
              <a:gd name="csY6" fmla="*/ 3141805 h 3141805"/>
              <a:gd name="csX7" fmla="*/ 0 w 2696505"/>
              <a:gd name="csY7" fmla="*/ 2692379 h 3141805"/>
              <a:gd name="csX8" fmla="*/ 0 w 2696505"/>
              <a:gd name="csY8" fmla="*/ 449426 h 3141805"/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0 w 2696505"/>
              <a:gd name="csY6" fmla="*/ 2692379 h 3141805"/>
              <a:gd name="csX7" fmla="*/ 0 w 2696505"/>
              <a:gd name="csY7" fmla="*/ 449426 h 3141805"/>
              <a:gd name="csX0" fmla="*/ 0 w 2696505"/>
              <a:gd name="csY0" fmla="*/ 449426 h 2972747"/>
              <a:gd name="csX1" fmla="*/ 449426 w 2696505"/>
              <a:gd name="csY1" fmla="*/ 0 h 2972747"/>
              <a:gd name="csX2" fmla="*/ 2247079 w 2696505"/>
              <a:gd name="csY2" fmla="*/ 0 h 2972747"/>
              <a:gd name="csX3" fmla="*/ 2696505 w 2696505"/>
              <a:gd name="csY3" fmla="*/ 449426 h 2972747"/>
              <a:gd name="csX4" fmla="*/ 2696505 w 2696505"/>
              <a:gd name="csY4" fmla="*/ 2692379 h 2972747"/>
              <a:gd name="csX5" fmla="*/ 0 w 2696505"/>
              <a:gd name="csY5" fmla="*/ 2692379 h 2972747"/>
              <a:gd name="csX6" fmla="*/ 0 w 2696505"/>
              <a:gd name="csY6" fmla="*/ 449426 h 2972747"/>
              <a:gd name="csX0" fmla="*/ 0 w 2696505"/>
              <a:gd name="csY0" fmla="*/ 449426 h 2858994"/>
              <a:gd name="csX1" fmla="*/ 449426 w 2696505"/>
              <a:gd name="csY1" fmla="*/ 0 h 2858994"/>
              <a:gd name="csX2" fmla="*/ 2247079 w 2696505"/>
              <a:gd name="csY2" fmla="*/ 0 h 2858994"/>
              <a:gd name="csX3" fmla="*/ 2696505 w 2696505"/>
              <a:gd name="csY3" fmla="*/ 449426 h 2858994"/>
              <a:gd name="csX4" fmla="*/ 2696505 w 2696505"/>
              <a:gd name="csY4" fmla="*/ 2692379 h 2858994"/>
              <a:gd name="csX5" fmla="*/ 0 w 2696505"/>
              <a:gd name="csY5" fmla="*/ 2692379 h 2858994"/>
              <a:gd name="csX6" fmla="*/ 0 w 2696505"/>
              <a:gd name="csY6" fmla="*/ 449426 h 2858994"/>
              <a:gd name="csX0" fmla="*/ 0 w 2696505"/>
              <a:gd name="csY0" fmla="*/ 449426 h 2692379"/>
              <a:gd name="csX1" fmla="*/ 449426 w 2696505"/>
              <a:gd name="csY1" fmla="*/ 0 h 2692379"/>
              <a:gd name="csX2" fmla="*/ 2247079 w 2696505"/>
              <a:gd name="csY2" fmla="*/ 0 h 2692379"/>
              <a:gd name="csX3" fmla="*/ 2696505 w 2696505"/>
              <a:gd name="csY3" fmla="*/ 449426 h 2692379"/>
              <a:gd name="csX4" fmla="*/ 2696505 w 2696505"/>
              <a:gd name="csY4" fmla="*/ 2692379 h 2692379"/>
              <a:gd name="csX5" fmla="*/ 0 w 2696505"/>
              <a:gd name="csY5" fmla="*/ 2692379 h 2692379"/>
              <a:gd name="csX6" fmla="*/ 0 w 2696505"/>
              <a:gd name="csY6" fmla="*/ 449426 h 2692379"/>
              <a:gd name="csX0" fmla="*/ 6236 w 2702741"/>
              <a:gd name="csY0" fmla="*/ 449426 h 3283941"/>
              <a:gd name="csX1" fmla="*/ 455662 w 2702741"/>
              <a:gd name="csY1" fmla="*/ 0 h 3283941"/>
              <a:gd name="csX2" fmla="*/ 2253315 w 2702741"/>
              <a:gd name="csY2" fmla="*/ 0 h 3283941"/>
              <a:gd name="csX3" fmla="*/ 2702741 w 2702741"/>
              <a:gd name="csY3" fmla="*/ 449426 h 3283941"/>
              <a:gd name="csX4" fmla="*/ 2702741 w 2702741"/>
              <a:gd name="csY4" fmla="*/ 2692379 h 3283941"/>
              <a:gd name="csX5" fmla="*/ 0 w 2702741"/>
              <a:gd name="csY5" fmla="*/ 3283941 h 3283941"/>
              <a:gd name="csX6" fmla="*/ 6236 w 2702741"/>
              <a:gd name="csY6" fmla="*/ 449426 h 3283941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5208 w 2705208"/>
              <a:gd name="csY4" fmla="*/ 2692379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1413 w 2705208"/>
              <a:gd name="csY4" fmla="*/ 3449197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697426 w 2705208"/>
              <a:gd name="csY4" fmla="*/ 3435525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9305 w 2707087"/>
              <a:gd name="csY4" fmla="*/ 3435525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1331 w 2707087"/>
              <a:gd name="csY4" fmla="*/ 3453089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4069 w 2709825"/>
              <a:gd name="csY4" fmla="*/ 3453089 h 4047450"/>
              <a:gd name="csX5" fmla="*/ 0 w 2709825"/>
              <a:gd name="csY5" fmla="*/ 4047450 h 4047450"/>
              <a:gd name="csX6" fmla="*/ 13320 w 2709825"/>
              <a:gd name="csY6" fmla="*/ 449426 h 4047450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6860 w 2709825"/>
              <a:gd name="csY4" fmla="*/ 3462659 h 4047450"/>
              <a:gd name="csX5" fmla="*/ 0 w 2709825"/>
              <a:gd name="csY5" fmla="*/ 4047450 h 4047450"/>
              <a:gd name="csX6" fmla="*/ 13320 w 2709825"/>
              <a:gd name="csY6" fmla="*/ 449426 h 4047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09825" h="4047450">
                <a:moveTo>
                  <a:pt x="13320" y="449426"/>
                </a:moveTo>
                <a:cubicBezTo>
                  <a:pt x="13320" y="201215"/>
                  <a:pt x="214535" y="0"/>
                  <a:pt x="462746" y="0"/>
                </a:cubicBezTo>
                <a:lnTo>
                  <a:pt x="2260399" y="0"/>
                </a:lnTo>
                <a:cubicBezTo>
                  <a:pt x="2508610" y="0"/>
                  <a:pt x="2709825" y="201215"/>
                  <a:pt x="2709825" y="449426"/>
                </a:cubicBezTo>
                <a:cubicBezTo>
                  <a:pt x="2705503" y="1453837"/>
                  <a:pt x="2701182" y="2458248"/>
                  <a:pt x="2696860" y="3462659"/>
                </a:cubicBezTo>
                <a:lnTo>
                  <a:pt x="0" y="4047450"/>
                </a:lnTo>
                <a:cubicBezTo>
                  <a:pt x="2079" y="3102612"/>
                  <a:pt x="11241" y="1394264"/>
                  <a:pt x="13320" y="449426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BC0FB124-3DAF-A230-B3DD-E60C973BC3A5}"/>
              </a:ext>
            </a:extLst>
          </p:cNvPr>
          <p:cNvSpPr/>
          <p:nvPr/>
        </p:nvSpPr>
        <p:spPr>
          <a:xfrm>
            <a:off x="9499985" y="1291667"/>
            <a:ext cx="129540" cy="1295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950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3A8F"/>
            </a:gs>
            <a:gs pos="100000">
              <a:srgbClr val="0E7490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96831-B933-1901-29D9-246D69F8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FD3130E-010F-E6BB-612E-A5884A8F7404}"/>
              </a:ext>
            </a:extLst>
          </p:cNvPr>
          <p:cNvSpPr/>
          <p:nvPr/>
        </p:nvSpPr>
        <p:spPr>
          <a:xfrm>
            <a:off x="641073" y="571500"/>
            <a:ext cx="10287000" cy="4857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F144C4E-CFB3-FCC3-B586-331C107DA877}"/>
              </a:ext>
            </a:extLst>
          </p:cNvPr>
          <p:cNvSpPr txBox="1"/>
          <p:nvPr/>
        </p:nvSpPr>
        <p:spPr>
          <a:xfrm>
            <a:off x="1057692" y="816882"/>
            <a:ext cx="4425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200" b="1" dirty="0">
                <a:solidFill>
                  <a:srgbClr val="F8FAFC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算你厲害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7BA9B5F-348F-A61E-C67B-DC3A15C06A63}"/>
              </a:ext>
            </a:extLst>
          </p:cNvPr>
          <p:cNvSpPr txBox="1"/>
          <p:nvPr/>
        </p:nvSpPr>
        <p:spPr>
          <a:xfrm>
            <a:off x="1076546" y="2174044"/>
            <a:ext cx="6836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rgbClr val="E2E8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國小數學四則運算訓練平台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D2402D4-7061-EEC6-8D2D-F1CC610CD0C7}"/>
              </a:ext>
            </a:extLst>
          </p:cNvPr>
          <p:cNvGrpSpPr/>
          <p:nvPr/>
        </p:nvGrpSpPr>
        <p:grpSpPr>
          <a:xfrm>
            <a:off x="1057692" y="4189273"/>
            <a:ext cx="5963915" cy="593112"/>
            <a:chOff x="1507776" y="2696068"/>
            <a:chExt cx="4597311" cy="457203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57B6933A-C4E5-9F0C-51C3-3562185416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07776" y="2696068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自訂難度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22F91EEC-53E1-0283-F7E7-4A7A00DDDC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00099" y="2696068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限時挑戰</a:t>
              </a: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A0737FC2-CB52-DA0D-08EA-2B6924BFDC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2421" y="2696071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學習建議</a:t>
              </a:r>
              <a:endParaRPr lang="en-US" altLang="zh-TW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EF5E0CA-17EB-801A-CEF7-5DA8EE5D4B24}"/>
              </a:ext>
            </a:extLst>
          </p:cNvPr>
          <p:cNvSpPr txBox="1"/>
          <p:nvPr/>
        </p:nvSpPr>
        <p:spPr>
          <a:xfrm>
            <a:off x="1076546" y="3066364"/>
            <a:ext cx="6179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E2E8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支援手機、平板、電腦，免費練習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C15F9AA-7C18-6202-87DC-A645F6A4F14C}"/>
              </a:ext>
            </a:extLst>
          </p:cNvPr>
          <p:cNvSpPr/>
          <p:nvPr/>
        </p:nvSpPr>
        <p:spPr>
          <a:xfrm rot="847998">
            <a:off x="7656456" y="1089655"/>
            <a:ext cx="2709825" cy="4687756"/>
          </a:xfrm>
          <a:custGeom>
            <a:avLst/>
            <a:gdLst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449426 w 2696505"/>
              <a:gd name="csY6" fmla="*/ 3141805 h 3141805"/>
              <a:gd name="csX7" fmla="*/ 0 w 2696505"/>
              <a:gd name="csY7" fmla="*/ 2692379 h 3141805"/>
              <a:gd name="csX8" fmla="*/ 0 w 2696505"/>
              <a:gd name="csY8" fmla="*/ 449426 h 3141805"/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0 w 2696505"/>
              <a:gd name="csY6" fmla="*/ 2692379 h 3141805"/>
              <a:gd name="csX7" fmla="*/ 0 w 2696505"/>
              <a:gd name="csY7" fmla="*/ 449426 h 3141805"/>
              <a:gd name="csX0" fmla="*/ 0 w 2696505"/>
              <a:gd name="csY0" fmla="*/ 449426 h 2972747"/>
              <a:gd name="csX1" fmla="*/ 449426 w 2696505"/>
              <a:gd name="csY1" fmla="*/ 0 h 2972747"/>
              <a:gd name="csX2" fmla="*/ 2247079 w 2696505"/>
              <a:gd name="csY2" fmla="*/ 0 h 2972747"/>
              <a:gd name="csX3" fmla="*/ 2696505 w 2696505"/>
              <a:gd name="csY3" fmla="*/ 449426 h 2972747"/>
              <a:gd name="csX4" fmla="*/ 2696505 w 2696505"/>
              <a:gd name="csY4" fmla="*/ 2692379 h 2972747"/>
              <a:gd name="csX5" fmla="*/ 0 w 2696505"/>
              <a:gd name="csY5" fmla="*/ 2692379 h 2972747"/>
              <a:gd name="csX6" fmla="*/ 0 w 2696505"/>
              <a:gd name="csY6" fmla="*/ 449426 h 2972747"/>
              <a:gd name="csX0" fmla="*/ 0 w 2696505"/>
              <a:gd name="csY0" fmla="*/ 449426 h 2858994"/>
              <a:gd name="csX1" fmla="*/ 449426 w 2696505"/>
              <a:gd name="csY1" fmla="*/ 0 h 2858994"/>
              <a:gd name="csX2" fmla="*/ 2247079 w 2696505"/>
              <a:gd name="csY2" fmla="*/ 0 h 2858994"/>
              <a:gd name="csX3" fmla="*/ 2696505 w 2696505"/>
              <a:gd name="csY3" fmla="*/ 449426 h 2858994"/>
              <a:gd name="csX4" fmla="*/ 2696505 w 2696505"/>
              <a:gd name="csY4" fmla="*/ 2692379 h 2858994"/>
              <a:gd name="csX5" fmla="*/ 0 w 2696505"/>
              <a:gd name="csY5" fmla="*/ 2692379 h 2858994"/>
              <a:gd name="csX6" fmla="*/ 0 w 2696505"/>
              <a:gd name="csY6" fmla="*/ 449426 h 2858994"/>
              <a:gd name="csX0" fmla="*/ 0 w 2696505"/>
              <a:gd name="csY0" fmla="*/ 449426 h 2692379"/>
              <a:gd name="csX1" fmla="*/ 449426 w 2696505"/>
              <a:gd name="csY1" fmla="*/ 0 h 2692379"/>
              <a:gd name="csX2" fmla="*/ 2247079 w 2696505"/>
              <a:gd name="csY2" fmla="*/ 0 h 2692379"/>
              <a:gd name="csX3" fmla="*/ 2696505 w 2696505"/>
              <a:gd name="csY3" fmla="*/ 449426 h 2692379"/>
              <a:gd name="csX4" fmla="*/ 2696505 w 2696505"/>
              <a:gd name="csY4" fmla="*/ 2692379 h 2692379"/>
              <a:gd name="csX5" fmla="*/ 0 w 2696505"/>
              <a:gd name="csY5" fmla="*/ 2692379 h 2692379"/>
              <a:gd name="csX6" fmla="*/ 0 w 2696505"/>
              <a:gd name="csY6" fmla="*/ 449426 h 2692379"/>
              <a:gd name="csX0" fmla="*/ 6236 w 2702741"/>
              <a:gd name="csY0" fmla="*/ 449426 h 3283941"/>
              <a:gd name="csX1" fmla="*/ 455662 w 2702741"/>
              <a:gd name="csY1" fmla="*/ 0 h 3283941"/>
              <a:gd name="csX2" fmla="*/ 2253315 w 2702741"/>
              <a:gd name="csY2" fmla="*/ 0 h 3283941"/>
              <a:gd name="csX3" fmla="*/ 2702741 w 2702741"/>
              <a:gd name="csY3" fmla="*/ 449426 h 3283941"/>
              <a:gd name="csX4" fmla="*/ 2702741 w 2702741"/>
              <a:gd name="csY4" fmla="*/ 2692379 h 3283941"/>
              <a:gd name="csX5" fmla="*/ 0 w 2702741"/>
              <a:gd name="csY5" fmla="*/ 3283941 h 3283941"/>
              <a:gd name="csX6" fmla="*/ 6236 w 2702741"/>
              <a:gd name="csY6" fmla="*/ 449426 h 3283941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5208 w 2705208"/>
              <a:gd name="csY4" fmla="*/ 2692379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1413 w 2705208"/>
              <a:gd name="csY4" fmla="*/ 3449197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697426 w 2705208"/>
              <a:gd name="csY4" fmla="*/ 3435525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9305 w 2707087"/>
              <a:gd name="csY4" fmla="*/ 3435525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1331 w 2707087"/>
              <a:gd name="csY4" fmla="*/ 3453089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4069 w 2709825"/>
              <a:gd name="csY4" fmla="*/ 3453089 h 4047450"/>
              <a:gd name="csX5" fmla="*/ 0 w 2709825"/>
              <a:gd name="csY5" fmla="*/ 4047450 h 4047450"/>
              <a:gd name="csX6" fmla="*/ 13320 w 2709825"/>
              <a:gd name="csY6" fmla="*/ 449426 h 4047450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6860 w 2709825"/>
              <a:gd name="csY4" fmla="*/ 3462659 h 4047450"/>
              <a:gd name="csX5" fmla="*/ 0 w 2709825"/>
              <a:gd name="csY5" fmla="*/ 4047450 h 4047450"/>
              <a:gd name="csX6" fmla="*/ 13320 w 2709825"/>
              <a:gd name="csY6" fmla="*/ 449426 h 4047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09825" h="4047450">
                <a:moveTo>
                  <a:pt x="13320" y="449426"/>
                </a:moveTo>
                <a:cubicBezTo>
                  <a:pt x="13320" y="201215"/>
                  <a:pt x="214535" y="0"/>
                  <a:pt x="462746" y="0"/>
                </a:cubicBezTo>
                <a:lnTo>
                  <a:pt x="2260399" y="0"/>
                </a:lnTo>
                <a:cubicBezTo>
                  <a:pt x="2508610" y="0"/>
                  <a:pt x="2709825" y="201215"/>
                  <a:pt x="2709825" y="449426"/>
                </a:cubicBezTo>
                <a:cubicBezTo>
                  <a:pt x="2705503" y="1453837"/>
                  <a:pt x="2701182" y="2458248"/>
                  <a:pt x="2696860" y="3462659"/>
                </a:cubicBezTo>
                <a:lnTo>
                  <a:pt x="0" y="4047450"/>
                </a:lnTo>
                <a:cubicBezTo>
                  <a:pt x="2079" y="3102612"/>
                  <a:pt x="11241" y="1394264"/>
                  <a:pt x="13320" y="44942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: 圓角 12">
            <a:extLst>
              <a:ext uri="{FF2B5EF4-FFF2-40B4-BE49-F238E27FC236}">
                <a16:creationId xmlns:a16="http://schemas.microsoft.com/office/drawing/2014/main" id="{5591FEAF-0620-B4FD-75DD-AD724EF0D43D}"/>
              </a:ext>
            </a:extLst>
          </p:cNvPr>
          <p:cNvSpPr/>
          <p:nvPr/>
        </p:nvSpPr>
        <p:spPr>
          <a:xfrm rot="847998">
            <a:off x="7693130" y="1114093"/>
            <a:ext cx="2646000" cy="4626000"/>
          </a:xfrm>
          <a:custGeom>
            <a:avLst/>
            <a:gdLst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449426 w 2696505"/>
              <a:gd name="csY6" fmla="*/ 3141805 h 3141805"/>
              <a:gd name="csX7" fmla="*/ 0 w 2696505"/>
              <a:gd name="csY7" fmla="*/ 2692379 h 3141805"/>
              <a:gd name="csX8" fmla="*/ 0 w 2696505"/>
              <a:gd name="csY8" fmla="*/ 449426 h 3141805"/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0 w 2696505"/>
              <a:gd name="csY6" fmla="*/ 2692379 h 3141805"/>
              <a:gd name="csX7" fmla="*/ 0 w 2696505"/>
              <a:gd name="csY7" fmla="*/ 449426 h 3141805"/>
              <a:gd name="csX0" fmla="*/ 0 w 2696505"/>
              <a:gd name="csY0" fmla="*/ 449426 h 2972747"/>
              <a:gd name="csX1" fmla="*/ 449426 w 2696505"/>
              <a:gd name="csY1" fmla="*/ 0 h 2972747"/>
              <a:gd name="csX2" fmla="*/ 2247079 w 2696505"/>
              <a:gd name="csY2" fmla="*/ 0 h 2972747"/>
              <a:gd name="csX3" fmla="*/ 2696505 w 2696505"/>
              <a:gd name="csY3" fmla="*/ 449426 h 2972747"/>
              <a:gd name="csX4" fmla="*/ 2696505 w 2696505"/>
              <a:gd name="csY4" fmla="*/ 2692379 h 2972747"/>
              <a:gd name="csX5" fmla="*/ 0 w 2696505"/>
              <a:gd name="csY5" fmla="*/ 2692379 h 2972747"/>
              <a:gd name="csX6" fmla="*/ 0 w 2696505"/>
              <a:gd name="csY6" fmla="*/ 449426 h 2972747"/>
              <a:gd name="csX0" fmla="*/ 0 w 2696505"/>
              <a:gd name="csY0" fmla="*/ 449426 h 2858994"/>
              <a:gd name="csX1" fmla="*/ 449426 w 2696505"/>
              <a:gd name="csY1" fmla="*/ 0 h 2858994"/>
              <a:gd name="csX2" fmla="*/ 2247079 w 2696505"/>
              <a:gd name="csY2" fmla="*/ 0 h 2858994"/>
              <a:gd name="csX3" fmla="*/ 2696505 w 2696505"/>
              <a:gd name="csY3" fmla="*/ 449426 h 2858994"/>
              <a:gd name="csX4" fmla="*/ 2696505 w 2696505"/>
              <a:gd name="csY4" fmla="*/ 2692379 h 2858994"/>
              <a:gd name="csX5" fmla="*/ 0 w 2696505"/>
              <a:gd name="csY5" fmla="*/ 2692379 h 2858994"/>
              <a:gd name="csX6" fmla="*/ 0 w 2696505"/>
              <a:gd name="csY6" fmla="*/ 449426 h 2858994"/>
              <a:gd name="csX0" fmla="*/ 0 w 2696505"/>
              <a:gd name="csY0" fmla="*/ 449426 h 2692379"/>
              <a:gd name="csX1" fmla="*/ 449426 w 2696505"/>
              <a:gd name="csY1" fmla="*/ 0 h 2692379"/>
              <a:gd name="csX2" fmla="*/ 2247079 w 2696505"/>
              <a:gd name="csY2" fmla="*/ 0 h 2692379"/>
              <a:gd name="csX3" fmla="*/ 2696505 w 2696505"/>
              <a:gd name="csY3" fmla="*/ 449426 h 2692379"/>
              <a:gd name="csX4" fmla="*/ 2696505 w 2696505"/>
              <a:gd name="csY4" fmla="*/ 2692379 h 2692379"/>
              <a:gd name="csX5" fmla="*/ 0 w 2696505"/>
              <a:gd name="csY5" fmla="*/ 2692379 h 2692379"/>
              <a:gd name="csX6" fmla="*/ 0 w 2696505"/>
              <a:gd name="csY6" fmla="*/ 449426 h 2692379"/>
              <a:gd name="csX0" fmla="*/ 6236 w 2702741"/>
              <a:gd name="csY0" fmla="*/ 449426 h 3283941"/>
              <a:gd name="csX1" fmla="*/ 455662 w 2702741"/>
              <a:gd name="csY1" fmla="*/ 0 h 3283941"/>
              <a:gd name="csX2" fmla="*/ 2253315 w 2702741"/>
              <a:gd name="csY2" fmla="*/ 0 h 3283941"/>
              <a:gd name="csX3" fmla="*/ 2702741 w 2702741"/>
              <a:gd name="csY3" fmla="*/ 449426 h 3283941"/>
              <a:gd name="csX4" fmla="*/ 2702741 w 2702741"/>
              <a:gd name="csY4" fmla="*/ 2692379 h 3283941"/>
              <a:gd name="csX5" fmla="*/ 0 w 2702741"/>
              <a:gd name="csY5" fmla="*/ 3283941 h 3283941"/>
              <a:gd name="csX6" fmla="*/ 6236 w 2702741"/>
              <a:gd name="csY6" fmla="*/ 449426 h 3283941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5208 w 2705208"/>
              <a:gd name="csY4" fmla="*/ 2692379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1413 w 2705208"/>
              <a:gd name="csY4" fmla="*/ 3449197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697426 w 2705208"/>
              <a:gd name="csY4" fmla="*/ 3435525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9305 w 2707087"/>
              <a:gd name="csY4" fmla="*/ 3435525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1331 w 2707087"/>
              <a:gd name="csY4" fmla="*/ 3453089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4069 w 2709825"/>
              <a:gd name="csY4" fmla="*/ 3453089 h 4047450"/>
              <a:gd name="csX5" fmla="*/ 0 w 2709825"/>
              <a:gd name="csY5" fmla="*/ 4047450 h 4047450"/>
              <a:gd name="csX6" fmla="*/ 13320 w 2709825"/>
              <a:gd name="csY6" fmla="*/ 449426 h 4047450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6860 w 2709825"/>
              <a:gd name="csY4" fmla="*/ 3462659 h 4047450"/>
              <a:gd name="csX5" fmla="*/ 0 w 2709825"/>
              <a:gd name="csY5" fmla="*/ 4047450 h 4047450"/>
              <a:gd name="csX6" fmla="*/ 13320 w 2709825"/>
              <a:gd name="csY6" fmla="*/ 449426 h 4047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09825" h="4047450">
                <a:moveTo>
                  <a:pt x="13320" y="449426"/>
                </a:moveTo>
                <a:cubicBezTo>
                  <a:pt x="13320" y="201215"/>
                  <a:pt x="214535" y="0"/>
                  <a:pt x="462746" y="0"/>
                </a:cubicBezTo>
                <a:lnTo>
                  <a:pt x="2260399" y="0"/>
                </a:lnTo>
                <a:cubicBezTo>
                  <a:pt x="2508610" y="0"/>
                  <a:pt x="2709825" y="201215"/>
                  <a:pt x="2709825" y="449426"/>
                </a:cubicBezTo>
                <a:cubicBezTo>
                  <a:pt x="2705503" y="1453837"/>
                  <a:pt x="2701182" y="2458248"/>
                  <a:pt x="2696860" y="3462659"/>
                </a:cubicBezTo>
                <a:lnTo>
                  <a:pt x="0" y="4047450"/>
                </a:lnTo>
                <a:cubicBezTo>
                  <a:pt x="2079" y="3102612"/>
                  <a:pt x="11241" y="1394264"/>
                  <a:pt x="13320" y="449426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095D439-D7BB-9CC6-C83E-C20FF37832A6}"/>
              </a:ext>
            </a:extLst>
          </p:cNvPr>
          <p:cNvSpPr/>
          <p:nvPr/>
        </p:nvSpPr>
        <p:spPr>
          <a:xfrm>
            <a:off x="9499985" y="1291667"/>
            <a:ext cx="129540" cy="1295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09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3A8F"/>
            </a:gs>
            <a:gs pos="100000">
              <a:srgbClr val="0E7490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ACD08-98C2-2337-61CD-7103561E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799B3BE-A842-C501-308B-085D0D812ED4}"/>
              </a:ext>
            </a:extLst>
          </p:cNvPr>
          <p:cNvSpPr/>
          <p:nvPr/>
        </p:nvSpPr>
        <p:spPr>
          <a:xfrm>
            <a:off x="641073" y="571500"/>
            <a:ext cx="10287000" cy="4857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B57AD9D-2709-0EF5-9508-A28027C4D8BE}"/>
              </a:ext>
            </a:extLst>
          </p:cNvPr>
          <p:cNvSpPr txBox="1"/>
          <p:nvPr/>
        </p:nvSpPr>
        <p:spPr>
          <a:xfrm>
            <a:off x="1013995" y="764387"/>
            <a:ext cx="6337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000" b="1" dirty="0">
                <a:solidFill>
                  <a:srgbClr val="F8FAFC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國小四則運算練習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351C16-3BFB-9F4E-DF2A-53EE1A8EB358}"/>
              </a:ext>
            </a:extLst>
          </p:cNvPr>
          <p:cNvSpPr txBox="1"/>
          <p:nvPr/>
        </p:nvSpPr>
        <p:spPr>
          <a:xfrm>
            <a:off x="1057692" y="2298768"/>
            <a:ext cx="6836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E2E8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限時挑戰、血條模式、學習建議一次到位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220A51C1-C4C0-0AB2-1F00-CF17EA99039F}"/>
              </a:ext>
            </a:extLst>
          </p:cNvPr>
          <p:cNvGrpSpPr/>
          <p:nvPr/>
        </p:nvGrpSpPr>
        <p:grpSpPr>
          <a:xfrm>
            <a:off x="1057692" y="4189273"/>
            <a:ext cx="5963915" cy="593112"/>
            <a:chOff x="1507776" y="2696068"/>
            <a:chExt cx="4597311" cy="457203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AC405B8E-D1F2-B1E3-5D6B-0F942CAE2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07776" y="2696068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自訂難度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58EB01FD-E98E-3081-7F51-52FF37BE00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00099" y="2696068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結果回饋</a:t>
              </a: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B42948D6-9629-E969-C5D3-7880A3D09B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2421" y="2696071"/>
              <a:ext cx="1412666" cy="457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PDF </a:t>
              </a: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留存</a:t>
              </a: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9A5B868-0388-CCCA-7627-6CD753916109}"/>
              </a:ext>
            </a:extLst>
          </p:cNvPr>
          <p:cNvSpPr txBox="1"/>
          <p:nvPr/>
        </p:nvSpPr>
        <p:spPr>
          <a:xfrm>
            <a:off x="1057692" y="2896565"/>
            <a:ext cx="6179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E2E8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免費使用，手機、平板、電腦都能練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A40CEF3-40DA-41AE-5362-1E8230481747}"/>
              </a:ext>
            </a:extLst>
          </p:cNvPr>
          <p:cNvSpPr/>
          <p:nvPr/>
        </p:nvSpPr>
        <p:spPr>
          <a:xfrm rot="847998">
            <a:off x="7656456" y="1089655"/>
            <a:ext cx="2709825" cy="4687756"/>
          </a:xfrm>
          <a:custGeom>
            <a:avLst/>
            <a:gdLst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449426 w 2696505"/>
              <a:gd name="csY6" fmla="*/ 3141805 h 3141805"/>
              <a:gd name="csX7" fmla="*/ 0 w 2696505"/>
              <a:gd name="csY7" fmla="*/ 2692379 h 3141805"/>
              <a:gd name="csX8" fmla="*/ 0 w 2696505"/>
              <a:gd name="csY8" fmla="*/ 449426 h 3141805"/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0 w 2696505"/>
              <a:gd name="csY6" fmla="*/ 2692379 h 3141805"/>
              <a:gd name="csX7" fmla="*/ 0 w 2696505"/>
              <a:gd name="csY7" fmla="*/ 449426 h 3141805"/>
              <a:gd name="csX0" fmla="*/ 0 w 2696505"/>
              <a:gd name="csY0" fmla="*/ 449426 h 2972747"/>
              <a:gd name="csX1" fmla="*/ 449426 w 2696505"/>
              <a:gd name="csY1" fmla="*/ 0 h 2972747"/>
              <a:gd name="csX2" fmla="*/ 2247079 w 2696505"/>
              <a:gd name="csY2" fmla="*/ 0 h 2972747"/>
              <a:gd name="csX3" fmla="*/ 2696505 w 2696505"/>
              <a:gd name="csY3" fmla="*/ 449426 h 2972747"/>
              <a:gd name="csX4" fmla="*/ 2696505 w 2696505"/>
              <a:gd name="csY4" fmla="*/ 2692379 h 2972747"/>
              <a:gd name="csX5" fmla="*/ 0 w 2696505"/>
              <a:gd name="csY5" fmla="*/ 2692379 h 2972747"/>
              <a:gd name="csX6" fmla="*/ 0 w 2696505"/>
              <a:gd name="csY6" fmla="*/ 449426 h 2972747"/>
              <a:gd name="csX0" fmla="*/ 0 w 2696505"/>
              <a:gd name="csY0" fmla="*/ 449426 h 2858994"/>
              <a:gd name="csX1" fmla="*/ 449426 w 2696505"/>
              <a:gd name="csY1" fmla="*/ 0 h 2858994"/>
              <a:gd name="csX2" fmla="*/ 2247079 w 2696505"/>
              <a:gd name="csY2" fmla="*/ 0 h 2858994"/>
              <a:gd name="csX3" fmla="*/ 2696505 w 2696505"/>
              <a:gd name="csY3" fmla="*/ 449426 h 2858994"/>
              <a:gd name="csX4" fmla="*/ 2696505 w 2696505"/>
              <a:gd name="csY4" fmla="*/ 2692379 h 2858994"/>
              <a:gd name="csX5" fmla="*/ 0 w 2696505"/>
              <a:gd name="csY5" fmla="*/ 2692379 h 2858994"/>
              <a:gd name="csX6" fmla="*/ 0 w 2696505"/>
              <a:gd name="csY6" fmla="*/ 449426 h 2858994"/>
              <a:gd name="csX0" fmla="*/ 0 w 2696505"/>
              <a:gd name="csY0" fmla="*/ 449426 h 2692379"/>
              <a:gd name="csX1" fmla="*/ 449426 w 2696505"/>
              <a:gd name="csY1" fmla="*/ 0 h 2692379"/>
              <a:gd name="csX2" fmla="*/ 2247079 w 2696505"/>
              <a:gd name="csY2" fmla="*/ 0 h 2692379"/>
              <a:gd name="csX3" fmla="*/ 2696505 w 2696505"/>
              <a:gd name="csY3" fmla="*/ 449426 h 2692379"/>
              <a:gd name="csX4" fmla="*/ 2696505 w 2696505"/>
              <a:gd name="csY4" fmla="*/ 2692379 h 2692379"/>
              <a:gd name="csX5" fmla="*/ 0 w 2696505"/>
              <a:gd name="csY5" fmla="*/ 2692379 h 2692379"/>
              <a:gd name="csX6" fmla="*/ 0 w 2696505"/>
              <a:gd name="csY6" fmla="*/ 449426 h 2692379"/>
              <a:gd name="csX0" fmla="*/ 6236 w 2702741"/>
              <a:gd name="csY0" fmla="*/ 449426 h 3283941"/>
              <a:gd name="csX1" fmla="*/ 455662 w 2702741"/>
              <a:gd name="csY1" fmla="*/ 0 h 3283941"/>
              <a:gd name="csX2" fmla="*/ 2253315 w 2702741"/>
              <a:gd name="csY2" fmla="*/ 0 h 3283941"/>
              <a:gd name="csX3" fmla="*/ 2702741 w 2702741"/>
              <a:gd name="csY3" fmla="*/ 449426 h 3283941"/>
              <a:gd name="csX4" fmla="*/ 2702741 w 2702741"/>
              <a:gd name="csY4" fmla="*/ 2692379 h 3283941"/>
              <a:gd name="csX5" fmla="*/ 0 w 2702741"/>
              <a:gd name="csY5" fmla="*/ 3283941 h 3283941"/>
              <a:gd name="csX6" fmla="*/ 6236 w 2702741"/>
              <a:gd name="csY6" fmla="*/ 449426 h 3283941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5208 w 2705208"/>
              <a:gd name="csY4" fmla="*/ 2692379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1413 w 2705208"/>
              <a:gd name="csY4" fmla="*/ 3449197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697426 w 2705208"/>
              <a:gd name="csY4" fmla="*/ 3435525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9305 w 2707087"/>
              <a:gd name="csY4" fmla="*/ 3435525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1331 w 2707087"/>
              <a:gd name="csY4" fmla="*/ 3453089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4069 w 2709825"/>
              <a:gd name="csY4" fmla="*/ 3453089 h 4047450"/>
              <a:gd name="csX5" fmla="*/ 0 w 2709825"/>
              <a:gd name="csY5" fmla="*/ 4047450 h 4047450"/>
              <a:gd name="csX6" fmla="*/ 13320 w 2709825"/>
              <a:gd name="csY6" fmla="*/ 449426 h 4047450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6860 w 2709825"/>
              <a:gd name="csY4" fmla="*/ 3462659 h 4047450"/>
              <a:gd name="csX5" fmla="*/ 0 w 2709825"/>
              <a:gd name="csY5" fmla="*/ 4047450 h 4047450"/>
              <a:gd name="csX6" fmla="*/ 13320 w 2709825"/>
              <a:gd name="csY6" fmla="*/ 449426 h 4047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09825" h="4047450">
                <a:moveTo>
                  <a:pt x="13320" y="449426"/>
                </a:moveTo>
                <a:cubicBezTo>
                  <a:pt x="13320" y="201215"/>
                  <a:pt x="214535" y="0"/>
                  <a:pt x="462746" y="0"/>
                </a:cubicBezTo>
                <a:lnTo>
                  <a:pt x="2260399" y="0"/>
                </a:lnTo>
                <a:cubicBezTo>
                  <a:pt x="2508610" y="0"/>
                  <a:pt x="2709825" y="201215"/>
                  <a:pt x="2709825" y="449426"/>
                </a:cubicBezTo>
                <a:cubicBezTo>
                  <a:pt x="2705503" y="1453837"/>
                  <a:pt x="2701182" y="2458248"/>
                  <a:pt x="2696860" y="3462659"/>
                </a:cubicBezTo>
                <a:lnTo>
                  <a:pt x="0" y="4047450"/>
                </a:lnTo>
                <a:cubicBezTo>
                  <a:pt x="2079" y="3102612"/>
                  <a:pt x="11241" y="1394264"/>
                  <a:pt x="13320" y="44942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: 圓角 12">
            <a:extLst>
              <a:ext uri="{FF2B5EF4-FFF2-40B4-BE49-F238E27FC236}">
                <a16:creationId xmlns:a16="http://schemas.microsoft.com/office/drawing/2014/main" id="{31C467A6-168E-A0F4-3CC5-9EB1D9D7A076}"/>
              </a:ext>
            </a:extLst>
          </p:cNvPr>
          <p:cNvSpPr/>
          <p:nvPr/>
        </p:nvSpPr>
        <p:spPr>
          <a:xfrm rot="847998">
            <a:off x="7693130" y="1114093"/>
            <a:ext cx="2646000" cy="4626000"/>
          </a:xfrm>
          <a:custGeom>
            <a:avLst/>
            <a:gdLst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449426 w 2696505"/>
              <a:gd name="csY6" fmla="*/ 3141805 h 3141805"/>
              <a:gd name="csX7" fmla="*/ 0 w 2696505"/>
              <a:gd name="csY7" fmla="*/ 2692379 h 3141805"/>
              <a:gd name="csX8" fmla="*/ 0 w 2696505"/>
              <a:gd name="csY8" fmla="*/ 449426 h 3141805"/>
              <a:gd name="csX0" fmla="*/ 0 w 2696505"/>
              <a:gd name="csY0" fmla="*/ 449426 h 3141805"/>
              <a:gd name="csX1" fmla="*/ 449426 w 2696505"/>
              <a:gd name="csY1" fmla="*/ 0 h 3141805"/>
              <a:gd name="csX2" fmla="*/ 2247079 w 2696505"/>
              <a:gd name="csY2" fmla="*/ 0 h 3141805"/>
              <a:gd name="csX3" fmla="*/ 2696505 w 2696505"/>
              <a:gd name="csY3" fmla="*/ 449426 h 3141805"/>
              <a:gd name="csX4" fmla="*/ 2696505 w 2696505"/>
              <a:gd name="csY4" fmla="*/ 2692379 h 3141805"/>
              <a:gd name="csX5" fmla="*/ 2247079 w 2696505"/>
              <a:gd name="csY5" fmla="*/ 3141805 h 3141805"/>
              <a:gd name="csX6" fmla="*/ 0 w 2696505"/>
              <a:gd name="csY6" fmla="*/ 2692379 h 3141805"/>
              <a:gd name="csX7" fmla="*/ 0 w 2696505"/>
              <a:gd name="csY7" fmla="*/ 449426 h 3141805"/>
              <a:gd name="csX0" fmla="*/ 0 w 2696505"/>
              <a:gd name="csY0" fmla="*/ 449426 h 2972747"/>
              <a:gd name="csX1" fmla="*/ 449426 w 2696505"/>
              <a:gd name="csY1" fmla="*/ 0 h 2972747"/>
              <a:gd name="csX2" fmla="*/ 2247079 w 2696505"/>
              <a:gd name="csY2" fmla="*/ 0 h 2972747"/>
              <a:gd name="csX3" fmla="*/ 2696505 w 2696505"/>
              <a:gd name="csY3" fmla="*/ 449426 h 2972747"/>
              <a:gd name="csX4" fmla="*/ 2696505 w 2696505"/>
              <a:gd name="csY4" fmla="*/ 2692379 h 2972747"/>
              <a:gd name="csX5" fmla="*/ 0 w 2696505"/>
              <a:gd name="csY5" fmla="*/ 2692379 h 2972747"/>
              <a:gd name="csX6" fmla="*/ 0 w 2696505"/>
              <a:gd name="csY6" fmla="*/ 449426 h 2972747"/>
              <a:gd name="csX0" fmla="*/ 0 w 2696505"/>
              <a:gd name="csY0" fmla="*/ 449426 h 2858994"/>
              <a:gd name="csX1" fmla="*/ 449426 w 2696505"/>
              <a:gd name="csY1" fmla="*/ 0 h 2858994"/>
              <a:gd name="csX2" fmla="*/ 2247079 w 2696505"/>
              <a:gd name="csY2" fmla="*/ 0 h 2858994"/>
              <a:gd name="csX3" fmla="*/ 2696505 w 2696505"/>
              <a:gd name="csY3" fmla="*/ 449426 h 2858994"/>
              <a:gd name="csX4" fmla="*/ 2696505 w 2696505"/>
              <a:gd name="csY4" fmla="*/ 2692379 h 2858994"/>
              <a:gd name="csX5" fmla="*/ 0 w 2696505"/>
              <a:gd name="csY5" fmla="*/ 2692379 h 2858994"/>
              <a:gd name="csX6" fmla="*/ 0 w 2696505"/>
              <a:gd name="csY6" fmla="*/ 449426 h 2858994"/>
              <a:gd name="csX0" fmla="*/ 0 w 2696505"/>
              <a:gd name="csY0" fmla="*/ 449426 h 2692379"/>
              <a:gd name="csX1" fmla="*/ 449426 w 2696505"/>
              <a:gd name="csY1" fmla="*/ 0 h 2692379"/>
              <a:gd name="csX2" fmla="*/ 2247079 w 2696505"/>
              <a:gd name="csY2" fmla="*/ 0 h 2692379"/>
              <a:gd name="csX3" fmla="*/ 2696505 w 2696505"/>
              <a:gd name="csY3" fmla="*/ 449426 h 2692379"/>
              <a:gd name="csX4" fmla="*/ 2696505 w 2696505"/>
              <a:gd name="csY4" fmla="*/ 2692379 h 2692379"/>
              <a:gd name="csX5" fmla="*/ 0 w 2696505"/>
              <a:gd name="csY5" fmla="*/ 2692379 h 2692379"/>
              <a:gd name="csX6" fmla="*/ 0 w 2696505"/>
              <a:gd name="csY6" fmla="*/ 449426 h 2692379"/>
              <a:gd name="csX0" fmla="*/ 6236 w 2702741"/>
              <a:gd name="csY0" fmla="*/ 449426 h 3283941"/>
              <a:gd name="csX1" fmla="*/ 455662 w 2702741"/>
              <a:gd name="csY1" fmla="*/ 0 h 3283941"/>
              <a:gd name="csX2" fmla="*/ 2253315 w 2702741"/>
              <a:gd name="csY2" fmla="*/ 0 h 3283941"/>
              <a:gd name="csX3" fmla="*/ 2702741 w 2702741"/>
              <a:gd name="csY3" fmla="*/ 449426 h 3283941"/>
              <a:gd name="csX4" fmla="*/ 2702741 w 2702741"/>
              <a:gd name="csY4" fmla="*/ 2692379 h 3283941"/>
              <a:gd name="csX5" fmla="*/ 0 w 2702741"/>
              <a:gd name="csY5" fmla="*/ 3283941 h 3283941"/>
              <a:gd name="csX6" fmla="*/ 6236 w 2702741"/>
              <a:gd name="csY6" fmla="*/ 449426 h 3283941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5208 w 2705208"/>
              <a:gd name="csY4" fmla="*/ 2692379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701413 w 2705208"/>
              <a:gd name="csY4" fmla="*/ 3449197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8703 w 2705208"/>
              <a:gd name="csY0" fmla="*/ 449426 h 4045315"/>
              <a:gd name="csX1" fmla="*/ 458129 w 2705208"/>
              <a:gd name="csY1" fmla="*/ 0 h 4045315"/>
              <a:gd name="csX2" fmla="*/ 2255782 w 2705208"/>
              <a:gd name="csY2" fmla="*/ 0 h 4045315"/>
              <a:gd name="csX3" fmla="*/ 2705208 w 2705208"/>
              <a:gd name="csY3" fmla="*/ 449426 h 4045315"/>
              <a:gd name="csX4" fmla="*/ 2697426 w 2705208"/>
              <a:gd name="csY4" fmla="*/ 3435525 h 4045315"/>
              <a:gd name="csX5" fmla="*/ 0 w 2705208"/>
              <a:gd name="csY5" fmla="*/ 4045315 h 4045315"/>
              <a:gd name="csX6" fmla="*/ 8703 w 2705208"/>
              <a:gd name="csY6" fmla="*/ 449426 h 4045315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9305 w 2707087"/>
              <a:gd name="csY4" fmla="*/ 3435525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0582 w 2707087"/>
              <a:gd name="csY0" fmla="*/ 449426 h 4029893"/>
              <a:gd name="csX1" fmla="*/ 460008 w 2707087"/>
              <a:gd name="csY1" fmla="*/ 0 h 4029893"/>
              <a:gd name="csX2" fmla="*/ 2257661 w 2707087"/>
              <a:gd name="csY2" fmla="*/ 0 h 4029893"/>
              <a:gd name="csX3" fmla="*/ 2707087 w 2707087"/>
              <a:gd name="csY3" fmla="*/ 449426 h 4029893"/>
              <a:gd name="csX4" fmla="*/ 2691331 w 2707087"/>
              <a:gd name="csY4" fmla="*/ 3453089 h 4029893"/>
              <a:gd name="csX5" fmla="*/ 0 w 2707087"/>
              <a:gd name="csY5" fmla="*/ 4029893 h 4029893"/>
              <a:gd name="csX6" fmla="*/ 10582 w 2707087"/>
              <a:gd name="csY6" fmla="*/ 449426 h 4029893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4069 w 2709825"/>
              <a:gd name="csY4" fmla="*/ 3453089 h 4047450"/>
              <a:gd name="csX5" fmla="*/ 0 w 2709825"/>
              <a:gd name="csY5" fmla="*/ 4047450 h 4047450"/>
              <a:gd name="csX6" fmla="*/ 13320 w 2709825"/>
              <a:gd name="csY6" fmla="*/ 449426 h 4047450"/>
              <a:gd name="csX0" fmla="*/ 13320 w 2709825"/>
              <a:gd name="csY0" fmla="*/ 449426 h 4047450"/>
              <a:gd name="csX1" fmla="*/ 462746 w 2709825"/>
              <a:gd name="csY1" fmla="*/ 0 h 4047450"/>
              <a:gd name="csX2" fmla="*/ 2260399 w 2709825"/>
              <a:gd name="csY2" fmla="*/ 0 h 4047450"/>
              <a:gd name="csX3" fmla="*/ 2709825 w 2709825"/>
              <a:gd name="csY3" fmla="*/ 449426 h 4047450"/>
              <a:gd name="csX4" fmla="*/ 2696860 w 2709825"/>
              <a:gd name="csY4" fmla="*/ 3462659 h 4047450"/>
              <a:gd name="csX5" fmla="*/ 0 w 2709825"/>
              <a:gd name="csY5" fmla="*/ 4047450 h 4047450"/>
              <a:gd name="csX6" fmla="*/ 13320 w 2709825"/>
              <a:gd name="csY6" fmla="*/ 449426 h 4047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09825" h="4047450">
                <a:moveTo>
                  <a:pt x="13320" y="449426"/>
                </a:moveTo>
                <a:cubicBezTo>
                  <a:pt x="13320" y="201215"/>
                  <a:pt x="214535" y="0"/>
                  <a:pt x="462746" y="0"/>
                </a:cubicBezTo>
                <a:lnTo>
                  <a:pt x="2260399" y="0"/>
                </a:lnTo>
                <a:cubicBezTo>
                  <a:pt x="2508610" y="0"/>
                  <a:pt x="2709825" y="201215"/>
                  <a:pt x="2709825" y="449426"/>
                </a:cubicBezTo>
                <a:cubicBezTo>
                  <a:pt x="2705503" y="1453837"/>
                  <a:pt x="2701182" y="2458248"/>
                  <a:pt x="2696860" y="3462659"/>
                </a:cubicBezTo>
                <a:lnTo>
                  <a:pt x="0" y="4047450"/>
                </a:lnTo>
                <a:cubicBezTo>
                  <a:pt x="2079" y="3102612"/>
                  <a:pt x="11241" y="1394264"/>
                  <a:pt x="13320" y="449426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E0D2C770-12E7-FC9D-61CA-EDAFC591066E}"/>
              </a:ext>
            </a:extLst>
          </p:cNvPr>
          <p:cNvSpPr/>
          <p:nvPr/>
        </p:nvSpPr>
        <p:spPr>
          <a:xfrm>
            <a:off x="9499985" y="1291667"/>
            <a:ext cx="129540" cy="1295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962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84</Words>
  <Application>Microsoft Office PowerPoint</Application>
  <PresentationFormat>自訂</PresentationFormat>
  <Paragraphs>21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Noto Sans TC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Chuang</dc:creator>
  <cp:lastModifiedBy>Sam Chuang</cp:lastModifiedBy>
  <cp:revision>12</cp:revision>
  <dcterms:created xsi:type="dcterms:W3CDTF">2026-02-25T14:55:11Z</dcterms:created>
  <dcterms:modified xsi:type="dcterms:W3CDTF">2026-02-26T01:38:19Z</dcterms:modified>
</cp:coreProperties>
</file>